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086D60D-BD30-4F69-9BE3-D2815497019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27C15F9-58E5-4F33-8857-50E6E40EA0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2400" y="152400"/>
            <a:ext cx="94488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Blinkit</a:t>
            </a:r>
            <a:r>
              <a:rPr lang="en-US" dirty="0" smtClean="0"/>
              <a:t> Sales Dashboard-Power BI</a:t>
            </a:r>
            <a:endParaRPr lang="en-US" dirty="0"/>
          </a:p>
        </p:txBody>
      </p:sp>
      <p:pic>
        <p:nvPicPr>
          <p:cNvPr id="5" name="Picture 4" descr="Screenshot 2026-10-06 175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032"/>
            <a:ext cx="9144000" cy="6009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44562"/>
          </a:xfrm>
        </p:spPr>
        <p:txBody>
          <a:bodyPr/>
          <a:lstStyle/>
          <a:p>
            <a:pPr algn="l"/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229600" cy="4525963"/>
          </a:xfrm>
        </p:spPr>
        <p:txBody>
          <a:bodyPr/>
          <a:lstStyle/>
          <a:p>
            <a:r>
              <a:rPr lang="en-US" dirty="0" smtClean="0"/>
              <a:t>Total Sales: </a:t>
            </a:r>
            <a:r>
              <a:rPr lang="en-US" b="1" dirty="0" smtClean="0"/>
              <a:t>1.20M</a:t>
            </a:r>
          </a:p>
          <a:p>
            <a:r>
              <a:rPr lang="en-US" dirty="0" smtClean="0"/>
              <a:t>Total Items: </a:t>
            </a:r>
            <a:r>
              <a:rPr lang="en-US" b="1" dirty="0" smtClean="0"/>
              <a:t>8.523K</a:t>
            </a:r>
          </a:p>
          <a:p>
            <a:r>
              <a:rPr lang="en-US" dirty="0" smtClean="0"/>
              <a:t>Average Sales: </a:t>
            </a:r>
            <a:r>
              <a:rPr lang="en-US" b="1" dirty="0" smtClean="0"/>
              <a:t>140.99</a:t>
            </a:r>
          </a:p>
          <a:p>
            <a:r>
              <a:rPr lang="en-US" dirty="0" smtClean="0"/>
              <a:t>Average Rating: </a:t>
            </a:r>
            <a:r>
              <a:rPr lang="en-US" b="1" dirty="0" smtClean="0"/>
              <a:t>3.92</a:t>
            </a:r>
          </a:p>
          <a:p>
            <a:r>
              <a:rPr lang="en-US" b="1" dirty="0" smtClean="0"/>
              <a:t>Supermarket Type1</a:t>
            </a:r>
            <a:r>
              <a:rPr lang="en-US" dirty="0" smtClean="0"/>
              <a:t> has the highest sales among outlet types.</a:t>
            </a:r>
          </a:p>
          <a:p>
            <a:r>
              <a:rPr lang="en-US" b="1" dirty="0" smtClean="0"/>
              <a:t>Tier 3</a:t>
            </a:r>
            <a:r>
              <a:rPr lang="en-US" dirty="0" smtClean="0"/>
              <a:t> outlets have the highest sales among outlet locations.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Dashboard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KPI cards for key metrics</a:t>
            </a:r>
          </a:p>
          <a:p>
            <a:r>
              <a:rPr lang="en-US" dirty="0" smtClean="0"/>
              <a:t>Interactive slicers</a:t>
            </a:r>
          </a:p>
          <a:p>
            <a:r>
              <a:rPr lang="en-US" dirty="0" smtClean="0"/>
              <a:t>Outlet establishment trend analysis</a:t>
            </a:r>
          </a:p>
          <a:p>
            <a:r>
              <a:rPr lang="en-US" dirty="0" smtClean="0"/>
              <a:t>Item-type analysis</a:t>
            </a:r>
          </a:p>
          <a:p>
            <a:r>
              <a:rPr lang="en-US" dirty="0" smtClean="0"/>
              <a:t>Fat-content analysis</a:t>
            </a:r>
          </a:p>
          <a:p>
            <a:r>
              <a:rPr lang="en-US" dirty="0" smtClean="0"/>
              <a:t>Outlet size and location analysis</a:t>
            </a:r>
          </a:p>
          <a:p>
            <a:r>
              <a:rPr lang="en-US" dirty="0" smtClean="0"/>
              <a:t>Interactive tables for outlet performance</a:t>
            </a:r>
          </a:p>
          <a:p>
            <a:pPr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Conclusion:</a:t>
            </a:r>
            <a:r>
              <a:rPr lang="en-US" dirty="0" smtClean="0"/>
              <a:t> The dashboard provides an interactive overview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of </a:t>
            </a:r>
            <a:r>
              <a:rPr lang="en-US" dirty="0" err="1" smtClean="0"/>
              <a:t>Blinkit</a:t>
            </a:r>
            <a:r>
              <a:rPr lang="en-US" dirty="0" smtClean="0"/>
              <a:t> sales performance and helps identify important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trends </a:t>
            </a:r>
            <a:r>
              <a:rPr lang="en-US" dirty="0" smtClean="0"/>
              <a:t>across outlets, items, and locations.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</TotalTime>
  <Words>95</Words>
  <Application>Microsoft Office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Flow</vt:lpstr>
      <vt:lpstr>Blinkit Sales Dashboard-Power BI</vt:lpstr>
      <vt:lpstr>Key Insights</vt:lpstr>
      <vt:lpstr>Dashboard Features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Sales Dashboard-Power BI</dc:title>
  <dc:creator>WELCOME</dc:creator>
  <cp:lastModifiedBy>WELCOME</cp:lastModifiedBy>
  <cp:revision>2</cp:revision>
  <dcterms:created xsi:type="dcterms:W3CDTF">2026-10-06T12:19:45Z</dcterms:created>
  <dcterms:modified xsi:type="dcterms:W3CDTF">2026-10-06T12:31:57Z</dcterms:modified>
</cp:coreProperties>
</file>